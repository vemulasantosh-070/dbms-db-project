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IBM Plex Mono" charset="1" panose="020B0509050203000203"/>
      <p:regular r:id="rId10"/>
    </p:embeddedFont>
    <p:embeddedFont>
      <p:font typeface="Sinar Grotesk Bold" charset="1" panose="00000000000000000000"/>
      <p:regular r:id="rId11"/>
    </p:embeddedFont>
    <p:embeddedFont>
      <p:font typeface="IBM Plex Sans" charset="1" panose="020B05030502030002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59627" y="647938"/>
            <a:ext cx="14532642" cy="9639062"/>
          </a:xfrm>
          <a:custGeom>
            <a:avLst/>
            <a:gdLst/>
            <a:ahLst/>
            <a:cxnLst/>
            <a:rect r="r" b="b" t="t" l="l"/>
            <a:pathLst>
              <a:path h="9639062" w="14532642">
                <a:moveTo>
                  <a:pt x="0" y="0"/>
                </a:moveTo>
                <a:lnTo>
                  <a:pt x="14532642" y="0"/>
                </a:lnTo>
                <a:lnTo>
                  <a:pt x="14532642" y="9639062"/>
                </a:lnTo>
                <a:lnTo>
                  <a:pt x="0" y="9639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3" t="-1230" r="-21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7046" y="97726"/>
            <a:ext cx="588645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System 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59494" y="0"/>
            <a:ext cx="2428506" cy="2428506"/>
          </a:xfrm>
          <a:custGeom>
            <a:avLst/>
            <a:gdLst/>
            <a:ahLst/>
            <a:cxnLst/>
            <a:rect r="r" b="b" t="t" l="l"/>
            <a:pathLst>
              <a:path h="2428506" w="2428506">
                <a:moveTo>
                  <a:pt x="0" y="0"/>
                </a:moveTo>
                <a:lnTo>
                  <a:pt x="2428506" y="0"/>
                </a:lnTo>
                <a:lnTo>
                  <a:pt x="2428506" y="2428506"/>
                </a:lnTo>
                <a:lnTo>
                  <a:pt x="0" y="242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1162050"/>
            <a:ext cx="4640461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System Modules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6174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4469606"/>
            <a:ext cx="2857500" cy="2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00" spc="-72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STUDENT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9441" y="2494198"/>
            <a:ext cx="17238618" cy="356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Catalog &amp; RFID Tagging – Manage books and assign unique RFID tags for identification.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Issue/Return Automation – Automate book issue and return using RFID scanning.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Fine &amp; Dues Management – Calculate and manage fines for overdue books.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Member Management – Maintain and manage library member information.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Book Recommendations – Provide recommendations based on available library titles.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Stock Verification – Track book availability and verify library inventory.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Reports – Generate reports related to books, members, transactions, fines, and stock.</a:t>
            </a:r>
          </a:p>
          <a:p>
            <a:pPr algn="ctr">
              <a:lnSpc>
                <a:spcPts val="355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859000" y="6660356"/>
            <a:ext cx="2857500" cy="2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00" spc="-72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RFID_TAG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91250" y="7612856"/>
            <a:ext cx="2857500" cy="2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00" spc="-72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8553450"/>
            <a:ext cx="152400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C7076"/>
                </a:solidFill>
                <a:latin typeface="IBM Plex Mono"/>
                <a:ea typeface="IBM Plex Mono"/>
                <a:cs typeface="IBM Plex Mono"/>
                <a:sym typeface="IBM Plex Mono"/>
              </a:rPr>
              <a:t>One student → many transactions  /  One book → many transactions over time  /  Librarian manages circulation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576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008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872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304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250" y="6629400"/>
            <a:ext cx="4095750" cy="51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1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 LIB00125</a:t>
            </a:r>
          </a:p>
        </p:txBody>
      </p:sp>
      <p:sp>
        <p:nvSpPr>
          <p:cNvPr name="AutoShape 11" id="11"/>
          <p:cNvSpPr/>
          <p:nvPr/>
        </p:nvSpPr>
        <p:spPr>
          <a:xfrm rot="185640">
            <a:off x="5695436" y="6938962"/>
            <a:ext cx="705879" cy="0"/>
          </a:xfrm>
          <a:prstGeom prst="line">
            <a:avLst/>
          </a:prstGeom>
          <a:ln cap="rnd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185640">
            <a:off x="13029686" y="6938962"/>
            <a:ext cx="705879" cy="0"/>
          </a:xfrm>
          <a:prstGeom prst="line">
            <a:avLst/>
          </a:prstGeom>
          <a:ln cap="rnd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4097000" y="6486525"/>
            <a:ext cx="2667000" cy="847725"/>
          </a:xfrm>
          <a:custGeom>
            <a:avLst/>
            <a:gdLst/>
            <a:ahLst/>
            <a:cxnLst/>
            <a:rect r="r" b="b" t="t" l="l"/>
            <a:pathLst>
              <a:path h="847725" w="2667000">
                <a:moveTo>
                  <a:pt x="0" y="0"/>
                </a:moveTo>
                <a:lnTo>
                  <a:pt x="2667000" y="0"/>
                </a:lnTo>
                <a:lnTo>
                  <a:pt x="2667000" y="847725"/>
                </a:lnTo>
                <a:lnTo>
                  <a:pt x="0" y="8477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59129" y="-28586"/>
            <a:ext cx="2228871" cy="2228871"/>
          </a:xfrm>
          <a:custGeom>
            <a:avLst/>
            <a:gdLst/>
            <a:ahLst/>
            <a:cxnLst/>
            <a:rect r="r" b="b" t="t" l="l"/>
            <a:pathLst>
              <a:path h="2228871" w="2228871">
                <a:moveTo>
                  <a:pt x="0" y="0"/>
                </a:moveTo>
                <a:lnTo>
                  <a:pt x="2228871" y="0"/>
                </a:lnTo>
                <a:lnTo>
                  <a:pt x="2228871" y="2228872"/>
                </a:lnTo>
                <a:lnTo>
                  <a:pt x="0" y="2228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RFID Workflow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94A7A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1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Assign unique tag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576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2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Scan with reader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00800" y="3033712"/>
            <a:ext cx="23241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b="true" sz="1875" spc="-65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3</a:t>
            </a:r>
          </a:p>
          <a:p>
            <a:pPr algn="ctr">
              <a:lnSpc>
                <a:spcPts val="1911"/>
              </a:lnSpc>
            </a:pPr>
            <a:r>
              <a:rPr lang="en-US" b="true" sz="1875" spc="-65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Retrieve RFID number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4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Query book record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872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5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Check availability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304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6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Record issue / return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0" y="6762750"/>
            <a:ext cx="6191250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b="true" sz="2850" spc="-9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Database Management Systems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097000" y="6717506"/>
            <a:ext cx="2667000" cy="30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8"/>
              </a:lnSpc>
            </a:pPr>
            <a:r>
              <a:rPr lang="en-US" b="true" sz="2400" spc="-84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AVAILABLE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" y="268605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10150" y="268605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05900" y="268605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01650" y="268605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" y="544830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10150" y="544830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05900" y="544830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176561" y="8175561"/>
            <a:ext cx="2111439" cy="2111439"/>
          </a:xfrm>
          <a:custGeom>
            <a:avLst/>
            <a:gdLst/>
            <a:ahLst/>
            <a:cxnLst/>
            <a:rect r="r" b="b" t="t" l="l"/>
            <a:pathLst>
              <a:path h="2111439" w="2111439">
                <a:moveTo>
                  <a:pt x="0" y="0"/>
                </a:moveTo>
                <a:lnTo>
                  <a:pt x="2111439" y="0"/>
                </a:lnTo>
                <a:lnTo>
                  <a:pt x="2111439" y="2111439"/>
                </a:lnTo>
                <a:lnTo>
                  <a:pt x="0" y="2111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Advantages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94A7A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1100" y="292655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1100" y="349567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FASTER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1100" y="391953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Issue and return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76850" y="292655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76850" y="349567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ACCURATE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76850" y="391953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Automatic identification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72600" y="292655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72600" y="349567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REAL-TIME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72600" y="391953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Inventory availability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68350" y="292655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68350" y="349567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LEANER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68350" y="391953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Less work, fewer errors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1100" y="568880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1100" y="625792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SAFER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81100" y="668178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Fewer lost books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76850" y="568880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276850" y="625792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CLEARER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76850" y="668178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Instant reports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72600" y="568880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72600" y="625792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CENTRAL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72600" y="668178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 shared database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DAHTXFcY1EM</dc:identifier>
  <dcterms:modified xsi:type="dcterms:W3CDTF">2011-08-01T06:04:30Z</dcterms:modified>
  <cp:revision>1</cp:revision>
  <dc:title>BATCH20 TEAM MEMBERS JASWANTH REDDY - 2520080025 SIDDHA.pptx</dc:title>
</cp:coreProperties>
</file>