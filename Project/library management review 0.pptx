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IBM Plex Mono" panose="020B0509050203000203" pitchFamily="49" charset="0"/>
      <p:regular r:id="rId7"/>
    </p:embeddedFont>
    <p:embeddedFont>
      <p:font typeface="IBM Plex Sans" panose="020B0503050203000203" pitchFamily="34" charset="0"/>
      <p:regular r:id="rId8"/>
    </p:embeddedFont>
    <p:embeddedFont>
      <p:font typeface="Sinar Grotesk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chu Siddhartha" userId="28cc560e0e4bb77c" providerId="LiveId" clId="{A9143E25-A13D-43C4-9F11-A67B98F36B00}"/>
    <pc:docChg chg="modSld">
      <pc:chgData name="Bachu Siddhartha" userId="28cc560e0e4bb77c" providerId="LiveId" clId="{A9143E25-A13D-43C4-9F11-A67B98F36B00}" dt="2026-10-03T03:24:48.204" v="11"/>
      <pc:docMkLst>
        <pc:docMk/>
      </pc:docMkLst>
      <pc:sldChg chg="delSp modSp mod">
        <pc:chgData name="Bachu Siddhartha" userId="28cc560e0e4bb77c" providerId="LiveId" clId="{A9143E25-A13D-43C4-9F11-A67B98F36B00}" dt="2026-10-03T03:24:48.204" v="11"/>
        <pc:sldMkLst>
          <pc:docMk/>
          <pc:sldMk cId="0" sldId="256"/>
        </pc:sldMkLst>
        <pc:spChg chg="del mod">
          <ac:chgData name="Bachu Siddhartha" userId="28cc560e0e4bb77c" providerId="LiveId" clId="{A9143E25-A13D-43C4-9F11-A67B98F36B00}" dt="2026-10-03T03:24:48.204" v="11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17165" y="-28575"/>
            <a:ext cx="3370835" cy="2880369"/>
            <a:chOff x="0" y="0"/>
            <a:chExt cx="24384000" cy="208360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836060"/>
            </a:xfrm>
            <a:custGeom>
              <a:avLst/>
              <a:gdLst/>
              <a:ahLst/>
              <a:cxnLst/>
              <a:rect l="l" t="t" r="r" b="b"/>
              <a:pathLst>
                <a:path w="24384000" h="20836060">
                  <a:moveTo>
                    <a:pt x="0" y="0"/>
                  </a:moveTo>
                  <a:lnTo>
                    <a:pt x="24384000" y="0"/>
                  </a:lnTo>
                  <a:lnTo>
                    <a:pt x="24384000" y="20836060"/>
                  </a:lnTo>
                  <a:lnTo>
                    <a:pt x="0" y="2083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513" b="-851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28575"/>
            <a:ext cx="171450" cy="10315575"/>
          </a:xfrm>
          <a:custGeom>
            <a:avLst/>
            <a:gdLst/>
            <a:ahLst/>
            <a:cxnLst/>
            <a:rect l="l" t="t" r="r" b="b"/>
            <a:pathLst>
              <a:path w="171450" h="10315575">
                <a:moveTo>
                  <a:pt x="0" y="0"/>
                </a:moveTo>
                <a:lnTo>
                  <a:pt x="171450" y="0"/>
                </a:lnTo>
                <a:lnTo>
                  <a:pt x="171450" y="10315575"/>
                </a:lnTo>
                <a:lnTo>
                  <a:pt x="0" y="10315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5850" y="4562475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0" y="0"/>
                </a:moveTo>
                <a:lnTo>
                  <a:pt x="1143000" y="0"/>
                </a:lnTo>
                <a:lnTo>
                  <a:pt x="1143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47750" y="1047750"/>
            <a:ext cx="7239000" cy="265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165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DATABASE MANAGEMENT SYSTEM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2533650"/>
            <a:ext cx="10953750" cy="193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1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Library Management</a:t>
            </a:r>
          </a:p>
          <a:p>
            <a:pPr algn="l">
              <a:lnSpc>
                <a:spcPts val="7956"/>
              </a:lnSpc>
            </a:pPr>
            <a:r>
              <a:rPr lang="en-US" sz="7800" b="1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with RFID Integration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5100637"/>
            <a:ext cx="7524750" cy="227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BATCH:20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 TEAM MEMBERS: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C.V.JASWANTH REDDY - 2520080025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B.SIDDHARTHA - 2500090225</a:t>
            </a:r>
          </a:p>
          <a:p>
            <a:pPr algn="just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SANTOSH- 2520090051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97681"/>
            <a:ext cx="857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3" name="Freeform 3"/>
          <p:cNvSpPr/>
          <p:nvPr/>
        </p:nvSpPr>
        <p:spPr>
          <a:xfrm>
            <a:off x="914400" y="771525"/>
            <a:ext cx="16459200" cy="47625"/>
          </a:xfrm>
          <a:custGeom>
            <a:avLst/>
            <a:gdLst/>
            <a:ahLst/>
            <a:cxnLst/>
            <a:rect l="l" t="t" r="r" b="b"/>
            <a:pathLst>
              <a:path w="16459200" h="47625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0000" y="2543175"/>
            <a:ext cx="5143500" cy="5838825"/>
          </a:xfrm>
          <a:custGeom>
            <a:avLst/>
            <a:gdLst/>
            <a:ahLst/>
            <a:cxnLst/>
            <a:rect l="l" t="t" r="r" b="b"/>
            <a:pathLst>
              <a:path w="5143500" h="5838825">
                <a:moveTo>
                  <a:pt x="0" y="0"/>
                </a:moveTo>
                <a:lnTo>
                  <a:pt x="5143500" y="0"/>
                </a:lnTo>
                <a:lnTo>
                  <a:pt x="5143500" y="5838825"/>
                </a:lnTo>
                <a:lnTo>
                  <a:pt x="0" y="5838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rot="18000">
            <a:off x="12182446" y="4610100"/>
            <a:ext cx="3638598" cy="0"/>
          </a:xfrm>
          <a:prstGeom prst="line">
            <a:avLst/>
          </a:prstGeom>
          <a:ln w="19050" cap="rnd">
            <a:solidFill>
              <a:srgbClr val="F3F0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18000">
            <a:off x="12182446" y="6515100"/>
            <a:ext cx="3638598" cy="0"/>
          </a:xfrm>
          <a:prstGeom prst="line">
            <a:avLst/>
          </a:prstGeom>
          <a:ln w="19050" cap="rnd">
            <a:solidFill>
              <a:srgbClr val="F3F0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02280" y="-28320"/>
            <a:ext cx="2114039" cy="2114039"/>
          </a:xfrm>
          <a:custGeom>
            <a:avLst/>
            <a:gdLst/>
            <a:ahLst/>
            <a:cxnLst/>
            <a:rect l="l" t="t" r="r" b="b"/>
            <a:pathLst>
              <a:path w="2114039" h="2114039">
                <a:moveTo>
                  <a:pt x="0" y="0"/>
                </a:moveTo>
                <a:lnTo>
                  <a:pt x="2114040" y="0"/>
                </a:lnTo>
                <a:lnTo>
                  <a:pt x="2114040" y="2114040"/>
                </a:lnTo>
                <a:lnTo>
                  <a:pt x="0" y="2114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" y="1162050"/>
            <a:ext cx="13525500" cy="64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1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9734550"/>
            <a:ext cx="6667500" cy="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9089" y="2078736"/>
            <a:ext cx="9239250" cy="542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6"/>
              </a:lnSpc>
            </a:pPr>
            <a:endParaRPr/>
          </a:p>
          <a:p>
            <a:pPr marL="550545" lvl="1" indent="-275272" algn="l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Library Management System with RFID Integration is a web-based system designed to automate and simplify traditional library operations.</a:t>
            </a:r>
          </a:p>
          <a:p>
            <a:pPr marL="550545" lvl="1" indent="-275272" algn="l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uses RFID technology to identify books and automate book issue and return processes.</a:t>
            </a:r>
          </a:p>
          <a:p>
            <a:pPr marL="550545" lvl="1" indent="-275272" algn="l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provides centralized management of books, members, transactions, fines, and inventory.</a:t>
            </a:r>
          </a:p>
          <a:p>
            <a:pPr marL="550545" lvl="1" indent="-275272" algn="l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is developed using React.js, Node.js, Express.js, MySQL, and RFID Reader API.</a:t>
            </a:r>
          </a:p>
          <a:p>
            <a:pPr marL="550545" lvl="1" indent="-275272" algn="l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aims to reduce manual work, improve accuracy, save time, and provide efficient library management.</a:t>
            </a:r>
          </a:p>
          <a:p>
            <a:pPr algn="l">
              <a:lnSpc>
                <a:spcPts val="3366"/>
              </a:lnSpc>
            </a:pPr>
            <a:endParaRPr lang="en-US" sz="2550">
              <a:solidFill>
                <a:srgbClr val="1025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001500" y="3293269"/>
            <a:ext cx="4000500" cy="57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4800" b="1" spc="-168">
                <a:solidFill>
                  <a:srgbClr val="20D6C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01500" y="5198269"/>
            <a:ext cx="4000500" cy="57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4800" b="1" spc="-168">
                <a:solidFill>
                  <a:srgbClr val="FFBD59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SYNC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01500" y="7103269"/>
            <a:ext cx="4000500" cy="57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4800" b="1" spc="-16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97681"/>
            <a:ext cx="857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3" name="Freeform 3"/>
          <p:cNvSpPr/>
          <p:nvPr/>
        </p:nvSpPr>
        <p:spPr>
          <a:xfrm>
            <a:off x="914400" y="771525"/>
            <a:ext cx="16459200" cy="47625"/>
          </a:xfrm>
          <a:custGeom>
            <a:avLst/>
            <a:gdLst/>
            <a:ahLst/>
            <a:cxnLst/>
            <a:rect l="l" t="t" r="r" b="b"/>
            <a:pathLst>
              <a:path w="16459200" h="47625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428339" y="0"/>
            <a:ext cx="1859661" cy="1859661"/>
          </a:xfrm>
          <a:custGeom>
            <a:avLst/>
            <a:gdLst/>
            <a:ahLst/>
            <a:cxnLst/>
            <a:rect l="l" t="t" r="r" b="b"/>
            <a:pathLst>
              <a:path w="1859661" h="1859661">
                <a:moveTo>
                  <a:pt x="0" y="0"/>
                </a:moveTo>
                <a:lnTo>
                  <a:pt x="1859661" y="0"/>
                </a:lnTo>
                <a:lnTo>
                  <a:pt x="1859661" y="1859661"/>
                </a:lnTo>
                <a:lnTo>
                  <a:pt x="0" y="1859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1162050"/>
            <a:ext cx="5443061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1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734550"/>
            <a:ext cx="6667500" cy="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024" y="2107311"/>
            <a:ext cx="18159952" cy="425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library operations involve manual book issue and return processes.</a:t>
            </a:r>
          </a:p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 handling can lead to long waiting times and increased workload for library staff.</a:t>
            </a:r>
          </a:p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Maintaining book inventory and transaction records manually can be difficult.</a:t>
            </a:r>
          </a:p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 calculation and dues management require additional manual effort.</a:t>
            </a:r>
          </a:p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Tracking the movement and availability of books efficiently can be challenging.</a:t>
            </a:r>
          </a:p>
          <a:p>
            <a:pPr marL="690255" lvl="1" indent="-345127" algn="l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Therefore, there is a need for an automated RFID-based system to improve the speed, accuracy, and efficiency of library operations.</a:t>
            </a:r>
          </a:p>
          <a:p>
            <a:pPr algn="l">
              <a:lnSpc>
                <a:spcPts val="4220"/>
              </a:lnSpc>
            </a:pPr>
            <a:endParaRPr lang="en-US" sz="3197">
              <a:solidFill>
                <a:srgbClr val="F3F0E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97681"/>
            <a:ext cx="857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3" name="Freeform 3"/>
          <p:cNvSpPr/>
          <p:nvPr/>
        </p:nvSpPr>
        <p:spPr>
          <a:xfrm>
            <a:off x="914400" y="771525"/>
            <a:ext cx="16459200" cy="47625"/>
          </a:xfrm>
          <a:custGeom>
            <a:avLst/>
            <a:gdLst/>
            <a:ahLst/>
            <a:cxnLst/>
            <a:rect l="l" t="t" r="r" b="b"/>
            <a:pathLst>
              <a:path w="16459200" h="47625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3025" y="2069211"/>
            <a:ext cx="15010918" cy="7014718"/>
          </a:xfrm>
          <a:custGeom>
            <a:avLst/>
            <a:gdLst/>
            <a:ahLst/>
            <a:cxnLst/>
            <a:rect l="l" t="t" r="r" b="b"/>
            <a:pathLst>
              <a:path w="15010918" h="7014718">
                <a:moveTo>
                  <a:pt x="0" y="0"/>
                </a:moveTo>
                <a:lnTo>
                  <a:pt x="15010918" y="0"/>
                </a:lnTo>
                <a:lnTo>
                  <a:pt x="15010918" y="7014718"/>
                </a:lnTo>
                <a:lnTo>
                  <a:pt x="0" y="7014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43025" y="2223838"/>
            <a:ext cx="14790739" cy="581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</a:pPr>
            <a:endParaRPr/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book issue and return operations using RFID technology.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maintain centralized records of books, members, and transactions.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provide real-time book inventory tracking and stock verification.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fine and dues calculation for overdue books.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reduce manual work and waiting time for library staff and users.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improve library security through RFID-based book monitoring.</a:t>
            </a:r>
          </a:p>
          <a:p>
            <a:pPr marL="761870" lvl="1" indent="-380935" algn="l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generate reports for efficient library management.</a:t>
            </a:r>
          </a:p>
          <a:p>
            <a:pPr algn="l">
              <a:lnSpc>
                <a:spcPts val="4658"/>
              </a:lnSpc>
            </a:pPr>
            <a:endParaRPr lang="en-US" sz="3528">
              <a:solidFill>
                <a:srgbClr val="1025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4658"/>
              </a:lnSpc>
            </a:pPr>
            <a:endParaRPr lang="en-US" sz="3528">
              <a:solidFill>
                <a:srgbClr val="1025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859494" y="0"/>
            <a:ext cx="2428506" cy="2428506"/>
          </a:xfrm>
          <a:custGeom>
            <a:avLst/>
            <a:gdLst/>
            <a:ahLst/>
            <a:cxnLst/>
            <a:rect l="l" t="t" r="r" b="b"/>
            <a:pathLst>
              <a:path w="2428506" h="2428506">
                <a:moveTo>
                  <a:pt x="0" y="0"/>
                </a:moveTo>
                <a:lnTo>
                  <a:pt x="2428506" y="0"/>
                </a:lnTo>
                <a:lnTo>
                  <a:pt x="2428506" y="2428506"/>
                </a:lnTo>
                <a:lnTo>
                  <a:pt x="0" y="242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400" y="1162050"/>
            <a:ext cx="13525500" cy="64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1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Main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9734550"/>
            <a:ext cx="6667500" cy="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97681"/>
            <a:ext cx="857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62050"/>
            <a:ext cx="13525500" cy="64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1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RFID-Based Proposed System</a:t>
            </a:r>
          </a:p>
        </p:txBody>
      </p:sp>
      <p:sp>
        <p:nvSpPr>
          <p:cNvPr id="4" name="Freeform 4"/>
          <p:cNvSpPr/>
          <p:nvPr/>
        </p:nvSpPr>
        <p:spPr>
          <a:xfrm>
            <a:off x="914400" y="771525"/>
            <a:ext cx="16459200" cy="47625"/>
          </a:xfrm>
          <a:custGeom>
            <a:avLst/>
            <a:gdLst/>
            <a:ahLst/>
            <a:cxnLst/>
            <a:rect l="l" t="t" r="r" b="b"/>
            <a:pathLst>
              <a:path w="16459200" h="47625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9516" y="1754886"/>
            <a:ext cx="17091088" cy="719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7"/>
              </a:lnSpc>
            </a:pPr>
            <a:endParaRPr/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web-based library management system integrated with RFID technology.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RFID tags are assigned to books for quick and automatic identification.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Automates book issue and return operations using RFID scanning.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Maintains centralized records of books, members, and transactions.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Provides automated fine and dues management.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Supports stock verification, book recommendations, and report generation.</a:t>
            </a:r>
          </a:p>
          <a:p>
            <a:pPr marL="774803" lvl="1" indent="-387402" algn="l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Reduces manual work and improves the speed, accuracy, and efficiency of library operations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System → Manual Process → More Time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System → RFID Automation → Faster &amp; Efficient</a:t>
            </a:r>
          </a:p>
          <a:p>
            <a:pPr algn="ctr">
              <a:lnSpc>
                <a:spcPts val="4737"/>
              </a:lnSpc>
            </a:pPr>
            <a:endParaRPr lang="en-US" sz="3588">
              <a:solidFill>
                <a:srgbClr val="94A7A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329223" y="0"/>
            <a:ext cx="1958777" cy="1958777"/>
          </a:xfrm>
          <a:custGeom>
            <a:avLst/>
            <a:gdLst/>
            <a:ahLst/>
            <a:cxnLst/>
            <a:rect l="l" t="t" r="r" b="b"/>
            <a:pathLst>
              <a:path w="1958777" h="1958777">
                <a:moveTo>
                  <a:pt x="0" y="0"/>
                </a:moveTo>
                <a:lnTo>
                  <a:pt x="1958777" y="0"/>
                </a:lnTo>
                <a:lnTo>
                  <a:pt x="1958777" y="1958777"/>
                </a:lnTo>
                <a:lnTo>
                  <a:pt x="0" y="1958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400" y="9734550"/>
            <a:ext cx="6667500" cy="22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29950" y="4050506"/>
            <a:ext cx="2857500" cy="26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2100" b="1" spc="-72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15700" y="5357812"/>
            <a:ext cx="2286000" cy="28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16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Persists every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Custom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IBM Plex Mono</vt:lpstr>
      <vt:lpstr>Arial</vt:lpstr>
      <vt:lpstr>Sinar Grotesk Bold</vt:lpstr>
      <vt:lpstr>IBM Plex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BATCH20 TEAM MEMBERS JASWANTH REDDY - 2520080025 SIDDHA.pptx</dc:title>
  <cp:lastModifiedBy>Bachu Siddhartha</cp:lastModifiedBy>
  <cp:revision>1</cp:revision>
  <dcterms:created xsi:type="dcterms:W3CDTF">2006-08-16T00:00:00Z</dcterms:created>
  <dcterms:modified xsi:type="dcterms:W3CDTF">2026-10-03T03:24:58Z</dcterms:modified>
  <dc:identifier>DAHTXFcY1EM</dc:identifier>
</cp:coreProperties>
</file>